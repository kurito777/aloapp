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FASE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544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AloApp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 Field App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para la identificación de técnicos y la consulta de sus órdenes de mantenimiento en terreno.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5029200"/>
            <a:ext cx="5303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Informática · Duoc UC — Sede Plaza Norte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532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Kevin  ·  Ian     |     Metodología en cascada     |     Empresa: Alo Group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32520" y="1051560"/>
            <a:ext cx="2468880" cy="5061204"/>
          </a:xfrm>
          <a:prstGeom prst="roundRect">
            <a:avLst>
              <a:gd name="adj" fmla="val 10370"/>
            </a:avLst>
          </a:prstGeom>
          <a:solidFill>
            <a:srgbClr val="14395F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0536" y="1252728"/>
            <a:ext cx="2212848" cy="465886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860536" y="1252728"/>
            <a:ext cx="2212848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70264" y="125272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AloApp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970264" y="18196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órdenes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70264" y="2167128"/>
            <a:ext cx="1993392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9079992" y="2340864"/>
            <a:ext cx="219456" cy="21945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90888" y="22219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#1042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390888" y="24505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70264" y="2825496"/>
            <a:ext cx="1993392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9079992" y="299923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90888" y="28803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#1043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310896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970264" y="3483864"/>
            <a:ext cx="1993392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9079992" y="3657600"/>
            <a:ext cx="219456" cy="21945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390888" y="353872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#1051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390888" y="376732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970264" y="4142232"/>
            <a:ext cx="1993392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079992" y="4315968"/>
            <a:ext cx="219456" cy="219456"/>
          </a:xfrm>
          <a:prstGeom prst="ellipse">
            <a:avLst/>
          </a:prstGeom>
          <a:solidFill>
            <a:srgbClr val="5B6B7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390888" y="41970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#1067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9390888" y="442569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Alo Group, las operaciones de mantenimiento las ejecutan técnicos en terreno. Hoy la información de las órdenes vive en una base de datos que no está disponible de forma directa y ordenada para el técnico durante su jornada.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6002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1874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013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directo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0370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técnico no puede consultar con facilidad qué órdenes tiene asignadas.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172968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34472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3741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trazabilidad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77647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de las intervenciones se vuelve difícil y disperso.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4745736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50200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49469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y errores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53492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coordinación manual genera tiempos muertos y errores evitables.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AloApp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2286000" cy="4686300"/>
          </a:xfrm>
          <a:prstGeom prst="roundRect">
            <a:avLst>
              <a:gd name="adj" fmla="val 11200"/>
            </a:avLst>
          </a:prstGeom>
          <a:solidFill>
            <a:srgbClr val="14395F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" y="1801368"/>
            <a:ext cx="2029968" cy="428396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1801368"/>
            <a:ext cx="2029968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180136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AloApp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23682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órdenes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2144" y="2715768"/>
            <a:ext cx="1810512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1261872" y="2889504"/>
            <a:ext cx="219456" cy="21945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72768" y="277063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#1042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2999232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152144" y="3374136"/>
            <a:ext cx="1810512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1261872" y="354787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72768" y="34290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#1043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365760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52144" y="4032504"/>
            <a:ext cx="1810512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1261872" y="4206240"/>
            <a:ext cx="219456" cy="21945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72768" y="408736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#1051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431596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52144" y="4690872"/>
            <a:ext cx="1810512" cy="566928"/>
          </a:xfrm>
          <a:prstGeom prst="roundRect">
            <a:avLst>
              <a:gd name="adj" fmla="val 9677"/>
            </a:avLst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1261872" y="4864608"/>
            <a:ext cx="219456" cy="219456"/>
          </a:xfrm>
          <a:prstGeom prst="ellipse">
            <a:avLst/>
          </a:prstGeom>
          <a:solidFill>
            <a:srgbClr val="5B6B7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572768" y="47457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#1067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572768" y="49743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0" y="17373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F2E4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11480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178308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del técnico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21945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técnico inicia sesión y se identifica en la aplicación.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14800" y="2907792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114800" y="29077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5166360" y="295351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sus órdenes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166360" y="336499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carga y muestra únicamente las órdenes asignadas a ese técnico.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114800" y="4078224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F2E4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114800" y="40782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5166360" y="412394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principal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166360" y="453542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dashboard con la información relevante y el detalle de cada orden.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114800" y="5248656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114800" y="52486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9" name="Text 37"/>
          <p:cNvSpPr txBox="1"/>
          <p:nvPr/>
        </p:nvSpPr>
        <p:spPr>
          <a:xfrm>
            <a:off x="5166360" y="529437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desacoplada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5166360" y="570585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obtenidos desde la BD existente, con arquitectura lista para crecer.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QUEREMOS LOGRAR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F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móvil que permita al técnico identificarse y visualizar sus órdenes de mantenimiento asignadas, contribuyendo al control y la trazabilidad de las operaciones de Alo Group.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0F2E4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8620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proceso actual de asignación y consulta de órdenes.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88036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39128" y="28620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los requerimientos funcionales y no funcionales.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38728"/>
            <a:ext cx="457200" cy="457200"/>
          </a:xfrm>
          <a:prstGeom prst="ellipse">
            <a:avLst/>
          </a:prstGeom>
          <a:solidFill>
            <a:srgbClr val="0F2E4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520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arquitectura desacoplada para la app móvil.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53872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39128" y="3520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identificación del técnico.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197096"/>
            <a:ext cx="457200" cy="457200"/>
          </a:xfrm>
          <a:prstGeom prst="ellipse">
            <a:avLst/>
          </a:prstGeom>
          <a:solidFill>
            <a:srgbClr val="0F2E4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1788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consulta y visualización de órdenes asignadas.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4197096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7220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739128" y="41788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funcionales de identificación y consulta.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855464"/>
            <a:ext cx="457200" cy="457200"/>
          </a:xfrm>
          <a:prstGeom prst="ellipse">
            <a:avLst/>
          </a:prstGeom>
          <a:solidFill>
            <a:srgbClr val="0F2E4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48371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desarrollo y mantener evidencia en GitHub.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 LA PRIMERA VERSIÓN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funcional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116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F2E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0574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8346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del técnico dentro de la app.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0116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0574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órdenes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8346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las órdenes de mantenimiento asignadas.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16052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2A5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2062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98348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principal con la información y el detalle de cada orden.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16052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1439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2062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98348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técnico ve exclusivamente sus propias órdenes.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TECNOLOGÍA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tecnología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0939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 (pantallas)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423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624328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7157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0266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estado (flutter_bloc)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3558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557016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64845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593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 del acceso a datos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2885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489704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458114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892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con la fuente (Dio)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5221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422392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F2A5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7280" y="55138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Alo Group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824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datos existente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0" y="219456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1439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2194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64040" y="219456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1439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64040" y="2194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0" y="28529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1439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0" y="28529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464040" y="28529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1439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64040" y="28529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flutter_bloc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0" y="3511296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1439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0" y="35112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464040" y="3511296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1439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464040" y="35112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get_it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4169664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1439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0" y="416966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flutter_dotenv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464040" y="4169664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1439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464040" y="416966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0" y="50292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Feature-First, desacoplada para facilitar futuras integraciones.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TRABAJAREMOS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cascada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enfoque tradicional por etapas, adecuado a un objetivo principal delimitado: identificar al técnico y consultar sus órdenes.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743200"/>
            <a:ext cx="640080" cy="640080"/>
          </a:xfrm>
          <a:prstGeom prst="ellipse">
            <a:avLst/>
          </a:prstGeom>
          <a:solidFill>
            <a:srgbClr val="0F2E4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4015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y análisis de requerimientos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46888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743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34015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solución, arquitectura y acceso a datos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46888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274320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34015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la identificación del técnico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480560"/>
            <a:ext cx="640080" cy="640080"/>
          </a:xfrm>
          <a:prstGeom prst="ellipse">
            <a:avLst/>
          </a:prstGeom>
          <a:solidFill>
            <a:srgbClr val="14395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51389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consulta y visualización de órdenes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420624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4480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6344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4645152" y="51389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 y corrección de incidencias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420624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448056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1248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8394192" y="51389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Documentación, cierre y presentación final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GANTT · 3 FASES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— 18 semanas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834640" cy="3840480"/>
          </a:xfrm>
          <a:prstGeom prst="roundRect">
            <a:avLst>
              <a:gd name="adj" fmla="val 3226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0F2E4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86000"/>
            <a:ext cx="2834640" cy="457200"/>
          </a:xfrm>
          <a:prstGeom prst="rect">
            <a:avLst/>
          </a:prstGeom>
          <a:solidFill>
            <a:srgbClr val="0F2E4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918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alcance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y Gantt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0" y="1783080"/>
            <a:ext cx="4937760" cy="3840480"/>
          </a:xfrm>
          <a:prstGeom prst="roundRect">
            <a:avLst>
              <a:gd name="adj" fmla="val 2381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783080"/>
            <a:ext cx="493776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0" y="2286000"/>
            <a:ext cx="49377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86200" y="1892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5–15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proyecto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291840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del técnico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órdenes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78240" y="1783080"/>
            <a:ext cx="2834640" cy="3840480"/>
          </a:xfrm>
          <a:prstGeom prst="roundRect">
            <a:avLst>
              <a:gd name="adj" fmla="val 3226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178308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F2A541"/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2286000"/>
            <a:ext cx="2834640" cy="4572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06840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16–18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32918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e informe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 comisión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ENTREGAREMOS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525780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57400"/>
            <a:ext cx="52578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6916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de avance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0604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y definición inicial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requerimientos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proceso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arquitectura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Gantt y matriz de riesgos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691640"/>
            <a:ext cx="5257800" cy="685800"/>
          </a:xfrm>
          <a:prstGeom prst="roundRect">
            <a:avLst>
              <a:gd name="adj" fmla="val 13333"/>
            </a:avLst>
          </a:prstGeom>
          <a:solidFill>
            <a:srgbClr val="0F2E4E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2057400"/>
            <a:ext cx="5257800" cy="320040"/>
          </a:xfrm>
          <a:prstGeom prst="rect">
            <a:avLst/>
          </a:prstGeom>
          <a:solidFill>
            <a:srgbClr val="0F2E4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16916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finales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0604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funcional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 evidencias de pruebas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 público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LO HACEMOS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y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384048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03120"/>
            <a:ext cx="1097280" cy="1097280"/>
          </a:xfrm>
          <a:prstGeom prst="ellipse">
            <a:avLst/>
          </a:prstGeom>
          <a:solidFill>
            <a:srgbClr val="0F2E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194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Ian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697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arquitectura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56616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app móvil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Feature-First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datos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384048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103120"/>
            <a:ext cx="1097280" cy="10972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2194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Kevin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2697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calidad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356616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requerimientos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funcional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al desarrollo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AloApp — ALO Field App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trazabilidad de las órdenes de mantenimiento, directo en manos del técnico.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1439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206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público:  github.com/…/alo-app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· Ian    |    Ingeniería Informática — Plaza Norte    |    Duoc UC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2026-08-30T21:58:01Z</dcterms:created>
  <dcterms:modified xsi:type="dcterms:W3CDTF">2026-08-30T21:58:01Z</dcterms:modified>
</cp:coreProperties>
</file>